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Bebas Neue Bold" panose="020B0604020202020204" charset="0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Moontime" panose="020B0604020202020204" charset="0"/>
      <p:regular r:id="rId10"/>
    </p:embeddedFont>
    <p:embeddedFont>
      <p:font typeface="Open Sans Bold" panose="020B0604020202020204" charset="0"/>
      <p:regular r:id="rId11"/>
    </p:embeddedFont>
    <p:embeddedFont>
      <p:font typeface="Playpen Sans" panose="020B0604020202020204" charset="0"/>
      <p:regular r:id="rId12"/>
    </p:embeddedFont>
    <p:embeddedFont>
      <p:font typeface="Playpen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26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2459014"/>
          </a:xfrm>
          <a:custGeom>
            <a:avLst/>
            <a:gdLst/>
            <a:ahLst/>
            <a:cxnLst/>
            <a:rect l="l" t="t" r="r" b="b"/>
            <a:pathLst>
              <a:path w="7560000" h="2459014">
                <a:moveTo>
                  <a:pt x="0" y="0"/>
                </a:moveTo>
                <a:lnTo>
                  <a:pt x="7560000" y="0"/>
                </a:lnTo>
                <a:lnTo>
                  <a:pt x="7560000" y="2459014"/>
                </a:lnTo>
                <a:lnTo>
                  <a:pt x="0" y="2459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894" t="-85172" r="-647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6941"/>
            <a:ext cx="7653584" cy="1578114"/>
          </a:xfrm>
          <a:custGeom>
            <a:avLst/>
            <a:gdLst/>
            <a:ahLst/>
            <a:cxnLst/>
            <a:rect l="l" t="t" r="r" b="b"/>
            <a:pathLst>
              <a:path w="7653584" h="1578114">
                <a:moveTo>
                  <a:pt x="0" y="0"/>
                </a:moveTo>
                <a:lnTo>
                  <a:pt x="7653584" y="0"/>
                </a:lnTo>
                <a:lnTo>
                  <a:pt x="7653584" y="1578114"/>
                </a:lnTo>
                <a:lnTo>
                  <a:pt x="0" y="1578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6000"/>
            </a:blip>
            <a:stretch>
              <a:fillRect t="-50364" b="-6074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7051" y="66169"/>
            <a:ext cx="1323101" cy="988717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20152" y="0"/>
            <a:ext cx="2964330" cy="560528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6162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40357" y="550443"/>
            <a:ext cx="3500605" cy="109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ssurance Auto </a:t>
            </a:r>
          </a:p>
          <a:p>
            <a:pPr algn="ctr">
              <a:lnSpc>
                <a:spcPts val="4799"/>
              </a:lnSpc>
            </a:pPr>
            <a:endParaRPr lang="en-US" sz="36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Freeform 8"/>
          <p:cNvSpPr/>
          <p:nvPr/>
        </p:nvSpPr>
        <p:spPr>
          <a:xfrm rot="-10800000">
            <a:off x="5187487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010290" y="855998"/>
            <a:ext cx="8663875" cy="2055980"/>
          </a:xfrm>
          <a:custGeom>
            <a:avLst/>
            <a:gdLst/>
            <a:ahLst/>
            <a:cxnLst/>
            <a:rect l="l" t="t" r="r" b="b"/>
            <a:pathLst>
              <a:path w="8663875" h="2055980">
                <a:moveTo>
                  <a:pt x="0" y="0"/>
                </a:moveTo>
                <a:lnTo>
                  <a:pt x="8663874" y="0"/>
                </a:lnTo>
                <a:lnTo>
                  <a:pt x="8663874" y="2055980"/>
                </a:lnTo>
                <a:lnTo>
                  <a:pt x="0" y="20559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296" b="-12676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92532" y="2228471"/>
            <a:ext cx="2374936" cy="56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 MAROC 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4888846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46366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116931"/>
            </a:stretch>
          </a:blipFill>
        </p:spPr>
      </p:sp>
      <p:grpSp>
        <p:nvGrpSpPr>
          <p:cNvPr id="13" name="Group 13"/>
          <p:cNvGrpSpPr/>
          <p:nvPr/>
        </p:nvGrpSpPr>
        <p:grpSpPr>
          <a:xfrm rot="-10800000">
            <a:off x="-6836" y="2820642"/>
            <a:ext cx="7560000" cy="1999109"/>
            <a:chOff x="0" y="0"/>
            <a:chExt cx="2709333" cy="7164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09333" cy="716436"/>
            </a:xfrm>
            <a:custGeom>
              <a:avLst/>
              <a:gdLst/>
              <a:ahLst/>
              <a:cxnLst/>
              <a:rect l="l" t="t" r="r" b="b"/>
              <a:pathLst>
                <a:path w="2709333" h="716436">
                  <a:moveTo>
                    <a:pt x="0" y="0"/>
                  </a:moveTo>
                  <a:lnTo>
                    <a:pt x="2709333" y="0"/>
                  </a:lnTo>
                  <a:lnTo>
                    <a:pt x="2709333" y="716436"/>
                  </a:lnTo>
                  <a:lnTo>
                    <a:pt x="0" y="716436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709333" cy="72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9073" y="3177861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9073" y="3562495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1"/>
                </a:lnTo>
                <a:lnTo>
                  <a:pt x="0" y="2580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9073" y="4020541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-71438" y="1776494"/>
            <a:ext cx="7393903" cy="583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2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ASSURANCE AUTOMOBILE</a:t>
            </a:r>
          </a:p>
        </p:txBody>
      </p:sp>
      <p:sp>
        <p:nvSpPr>
          <p:cNvPr id="20" name="Freeform 20"/>
          <p:cNvSpPr/>
          <p:nvPr/>
        </p:nvSpPr>
        <p:spPr>
          <a:xfrm>
            <a:off x="3878454" y="2092564"/>
            <a:ext cx="3414774" cy="3414774"/>
          </a:xfrm>
          <a:custGeom>
            <a:avLst/>
            <a:gdLst/>
            <a:ahLst/>
            <a:cxnLst/>
            <a:rect l="l" t="t" r="r" b="b"/>
            <a:pathLst>
              <a:path w="3414774" h="3414774">
                <a:moveTo>
                  <a:pt x="0" y="0"/>
                </a:moveTo>
                <a:lnTo>
                  <a:pt x="3414775" y="0"/>
                </a:lnTo>
                <a:lnTo>
                  <a:pt x="3414775" y="3414774"/>
                </a:lnTo>
                <a:lnTo>
                  <a:pt x="0" y="34147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0" y="7135545"/>
            <a:ext cx="7653584" cy="1755828"/>
            <a:chOff x="0" y="0"/>
            <a:chExt cx="2742872" cy="62924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42872" cy="629249"/>
            </a:xfrm>
            <a:custGeom>
              <a:avLst/>
              <a:gdLst/>
              <a:ahLst/>
              <a:cxnLst/>
              <a:rect l="l" t="t" r="r" b="b"/>
              <a:pathLst>
                <a:path w="2742872" h="629249">
                  <a:moveTo>
                    <a:pt x="0" y="0"/>
                  </a:moveTo>
                  <a:lnTo>
                    <a:pt x="2742872" y="0"/>
                  </a:lnTo>
                  <a:lnTo>
                    <a:pt x="2742872" y="629249"/>
                  </a:lnTo>
                  <a:lnTo>
                    <a:pt x="0" y="629249"/>
                  </a:ln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2742872" cy="657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102704" y="4848646"/>
            <a:ext cx="7858992" cy="2293609"/>
            <a:chOff x="0" y="0"/>
            <a:chExt cx="2816485" cy="8219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16485" cy="821978"/>
            </a:xfrm>
            <a:custGeom>
              <a:avLst/>
              <a:gdLst/>
              <a:ahLst/>
              <a:cxnLst/>
              <a:rect l="l" t="t" r="r" b="b"/>
              <a:pathLst>
                <a:path w="2816485" h="821978">
                  <a:moveTo>
                    <a:pt x="0" y="0"/>
                  </a:moveTo>
                  <a:lnTo>
                    <a:pt x="2816485" y="0"/>
                  </a:lnTo>
                  <a:lnTo>
                    <a:pt x="2816485" y="821978"/>
                  </a:lnTo>
                  <a:lnTo>
                    <a:pt x="0" y="821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2816485" cy="850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-161956" y="4809498"/>
            <a:ext cx="7815540" cy="2332756"/>
          </a:xfrm>
          <a:custGeom>
            <a:avLst/>
            <a:gdLst/>
            <a:ahLst/>
            <a:cxnLst/>
            <a:rect l="l" t="t" r="r" b="b"/>
            <a:pathLst>
              <a:path w="7815540" h="2332756">
                <a:moveTo>
                  <a:pt x="0" y="0"/>
                </a:moveTo>
                <a:lnTo>
                  <a:pt x="7815540" y="0"/>
                </a:lnTo>
                <a:lnTo>
                  <a:pt x="7815540" y="2332757"/>
                </a:lnTo>
                <a:lnTo>
                  <a:pt x="0" y="23327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9000"/>
            </a:blip>
            <a:stretch>
              <a:fillRect t="-71730" b="-51927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96676" y="6544096"/>
            <a:ext cx="1684123" cy="842062"/>
            <a:chOff x="0" y="0"/>
            <a:chExt cx="812800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2743" y="6477421"/>
            <a:ext cx="1631727" cy="815864"/>
            <a:chOff x="0" y="0"/>
            <a:chExt cx="812800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638811" y="6689025"/>
            <a:ext cx="1239643" cy="619822"/>
            <a:chOff x="0" y="0"/>
            <a:chExt cx="812800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84180" y="6673463"/>
            <a:ext cx="1239643" cy="619822"/>
            <a:chOff x="0" y="0"/>
            <a:chExt cx="812800" cy="40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2837" y="6655216"/>
            <a:ext cx="1239643" cy="619822"/>
            <a:chOff x="0" y="0"/>
            <a:chExt cx="812800" cy="406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152400" y="-28575"/>
              <a:ext cx="5080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2720964" y="4729281"/>
            <a:ext cx="2118071" cy="2118071"/>
          </a:xfrm>
          <a:custGeom>
            <a:avLst/>
            <a:gdLst/>
            <a:ahLst/>
            <a:cxnLst/>
            <a:rect l="l" t="t" r="r" b="b"/>
            <a:pathLst>
              <a:path w="2118071" h="2118071">
                <a:moveTo>
                  <a:pt x="0" y="0"/>
                </a:moveTo>
                <a:lnTo>
                  <a:pt x="2118072" y="0"/>
                </a:lnTo>
                <a:lnTo>
                  <a:pt x="2118072" y="2118071"/>
                </a:lnTo>
                <a:lnTo>
                  <a:pt x="0" y="211807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4888846" y="4497261"/>
            <a:ext cx="2582111" cy="2582111"/>
          </a:xfrm>
          <a:custGeom>
            <a:avLst/>
            <a:gdLst/>
            <a:ahLst/>
            <a:cxnLst/>
            <a:rect l="l" t="t" r="r" b="b"/>
            <a:pathLst>
              <a:path w="2582111" h="2582111">
                <a:moveTo>
                  <a:pt x="0" y="0"/>
                </a:moveTo>
                <a:lnTo>
                  <a:pt x="2582111" y="0"/>
                </a:lnTo>
                <a:lnTo>
                  <a:pt x="2582111" y="2582111"/>
                </a:lnTo>
                <a:lnTo>
                  <a:pt x="0" y="25821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678176" y="7548673"/>
            <a:ext cx="912040" cy="912040"/>
            <a:chOff x="0" y="0"/>
            <a:chExt cx="81280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714129" y="7548673"/>
            <a:ext cx="912040" cy="912040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516787" y="7548673"/>
            <a:ext cx="912040" cy="912040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341144" y="7548673"/>
            <a:ext cx="912040" cy="912040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2484892" y="7357287"/>
            <a:ext cx="1341900" cy="1312343"/>
          </a:xfrm>
          <a:custGeom>
            <a:avLst/>
            <a:gdLst/>
            <a:ahLst/>
            <a:cxnLst/>
            <a:rect l="l" t="t" r="r" b="b"/>
            <a:pathLst>
              <a:path w="1341900" h="1312343">
                <a:moveTo>
                  <a:pt x="0" y="0"/>
                </a:moveTo>
                <a:lnTo>
                  <a:pt x="1341900" y="0"/>
                </a:lnTo>
                <a:lnTo>
                  <a:pt x="1341900" y="1312343"/>
                </a:lnTo>
                <a:lnTo>
                  <a:pt x="0" y="131234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grpSp>
        <p:nvGrpSpPr>
          <p:cNvPr id="58" name="Group 58"/>
          <p:cNvGrpSpPr/>
          <p:nvPr/>
        </p:nvGrpSpPr>
        <p:grpSpPr>
          <a:xfrm rot="1585475">
            <a:off x="818159" y="7679108"/>
            <a:ext cx="598300" cy="769575"/>
            <a:chOff x="0" y="0"/>
            <a:chExt cx="214417" cy="27579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14417" cy="275798"/>
            </a:xfrm>
            <a:custGeom>
              <a:avLst/>
              <a:gdLst/>
              <a:ahLst/>
              <a:cxnLst/>
              <a:rect l="l" t="t" r="r" b="b"/>
              <a:pathLst>
                <a:path w="214417" h="275798">
                  <a:moveTo>
                    <a:pt x="0" y="0"/>
                  </a:moveTo>
                  <a:lnTo>
                    <a:pt x="214417" y="0"/>
                  </a:lnTo>
                  <a:lnTo>
                    <a:pt x="214417" y="275798"/>
                  </a:lnTo>
                  <a:lnTo>
                    <a:pt x="0" y="2757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214417" cy="3043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006132" y="7414733"/>
            <a:ext cx="550310" cy="677647"/>
            <a:chOff x="0" y="0"/>
            <a:chExt cx="660066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60066" cy="812800"/>
            </a:xfrm>
            <a:custGeom>
              <a:avLst/>
              <a:gdLst/>
              <a:ahLst/>
              <a:cxnLst/>
              <a:rect l="l" t="t" r="r" b="b"/>
              <a:pathLst>
                <a:path w="660066" h="812800">
                  <a:moveTo>
                    <a:pt x="330033" y="0"/>
                  </a:moveTo>
                  <a:lnTo>
                    <a:pt x="660066" y="203200"/>
                  </a:lnTo>
                  <a:lnTo>
                    <a:pt x="660066" y="609600"/>
                  </a:lnTo>
                  <a:lnTo>
                    <a:pt x="330033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3003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111125"/>
              <a:ext cx="660066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29408" y="7823048"/>
            <a:ext cx="409575" cy="409575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36474" y="7594826"/>
            <a:ext cx="149410" cy="149410"/>
            <a:chOff x="0" y="0"/>
            <a:chExt cx="812800" cy="812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Freeform 70"/>
          <p:cNvSpPr/>
          <p:nvPr/>
        </p:nvSpPr>
        <p:spPr>
          <a:xfrm>
            <a:off x="-29316" y="8891372"/>
            <a:ext cx="7815540" cy="2332756"/>
          </a:xfrm>
          <a:custGeom>
            <a:avLst/>
            <a:gdLst/>
            <a:ahLst/>
            <a:cxnLst/>
            <a:rect l="l" t="t" r="r" b="b"/>
            <a:pathLst>
              <a:path w="7815540" h="2332756">
                <a:moveTo>
                  <a:pt x="0" y="0"/>
                </a:moveTo>
                <a:lnTo>
                  <a:pt x="7815540" y="0"/>
                </a:lnTo>
                <a:lnTo>
                  <a:pt x="7815540" y="2332757"/>
                </a:lnTo>
                <a:lnTo>
                  <a:pt x="0" y="23327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49000"/>
            </a:blip>
            <a:stretch>
              <a:fillRect t="-71730" b="-51927"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260460" y="9024722"/>
            <a:ext cx="449464" cy="449464"/>
          </a:xfrm>
          <a:custGeom>
            <a:avLst/>
            <a:gdLst/>
            <a:ahLst/>
            <a:cxnLst/>
            <a:rect l="l" t="t" r="r" b="b"/>
            <a:pathLst>
              <a:path w="449464" h="449464">
                <a:moveTo>
                  <a:pt x="0" y="0"/>
                </a:moveTo>
                <a:lnTo>
                  <a:pt x="449464" y="0"/>
                </a:lnTo>
                <a:lnTo>
                  <a:pt x="449464" y="449464"/>
                </a:lnTo>
                <a:lnTo>
                  <a:pt x="0" y="4494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297190" y="9607536"/>
            <a:ext cx="412735" cy="317430"/>
          </a:xfrm>
          <a:custGeom>
            <a:avLst/>
            <a:gdLst/>
            <a:ahLst/>
            <a:cxnLst/>
            <a:rect l="l" t="t" r="r" b="b"/>
            <a:pathLst>
              <a:path w="412735" h="317430">
                <a:moveTo>
                  <a:pt x="0" y="0"/>
                </a:moveTo>
                <a:lnTo>
                  <a:pt x="412734" y="0"/>
                </a:lnTo>
                <a:lnTo>
                  <a:pt x="412734" y="317431"/>
                </a:lnTo>
                <a:lnTo>
                  <a:pt x="0" y="3174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73" name="Freeform 73"/>
          <p:cNvSpPr/>
          <p:nvPr/>
        </p:nvSpPr>
        <p:spPr>
          <a:xfrm>
            <a:off x="297190" y="10045313"/>
            <a:ext cx="380986" cy="485051"/>
          </a:xfrm>
          <a:custGeom>
            <a:avLst/>
            <a:gdLst/>
            <a:ahLst/>
            <a:cxnLst/>
            <a:rect l="l" t="t" r="r" b="b"/>
            <a:pathLst>
              <a:path w="380986" h="485051">
                <a:moveTo>
                  <a:pt x="0" y="0"/>
                </a:moveTo>
                <a:lnTo>
                  <a:pt x="380986" y="0"/>
                </a:lnTo>
                <a:lnTo>
                  <a:pt x="380986" y="485052"/>
                </a:lnTo>
                <a:lnTo>
                  <a:pt x="0" y="48505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74" name="Group 74"/>
          <p:cNvGrpSpPr/>
          <p:nvPr/>
        </p:nvGrpSpPr>
        <p:grpSpPr>
          <a:xfrm>
            <a:off x="767819" y="9091397"/>
            <a:ext cx="4288988" cy="401839"/>
            <a:chOff x="0" y="0"/>
            <a:chExt cx="1537077" cy="14401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75658" y="9598011"/>
            <a:ext cx="4288988" cy="401839"/>
            <a:chOff x="0" y="0"/>
            <a:chExt cx="1537077" cy="14401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83497" y="10104626"/>
            <a:ext cx="4288988" cy="401839"/>
            <a:chOff x="0" y="0"/>
            <a:chExt cx="1537077" cy="14401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83" name="Freeform 83"/>
          <p:cNvSpPr/>
          <p:nvPr/>
        </p:nvSpPr>
        <p:spPr>
          <a:xfrm>
            <a:off x="6360633" y="7576928"/>
            <a:ext cx="873062" cy="873062"/>
          </a:xfrm>
          <a:custGeom>
            <a:avLst/>
            <a:gdLst/>
            <a:ahLst/>
            <a:cxnLst/>
            <a:rect l="l" t="t" r="r" b="b"/>
            <a:pathLst>
              <a:path w="873062" h="873062">
                <a:moveTo>
                  <a:pt x="0" y="0"/>
                </a:moveTo>
                <a:lnTo>
                  <a:pt x="873062" y="0"/>
                </a:lnTo>
                <a:lnTo>
                  <a:pt x="873062" y="873062"/>
                </a:lnTo>
                <a:lnTo>
                  <a:pt x="0" y="87306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5766925" y="8906876"/>
            <a:ext cx="1793075" cy="1784110"/>
          </a:xfrm>
          <a:custGeom>
            <a:avLst/>
            <a:gdLst/>
            <a:ahLst/>
            <a:cxnLst/>
            <a:rect l="l" t="t" r="r" b="b"/>
            <a:pathLst>
              <a:path w="1793075" h="1784110">
                <a:moveTo>
                  <a:pt x="0" y="0"/>
                </a:moveTo>
                <a:lnTo>
                  <a:pt x="1793075" y="0"/>
                </a:lnTo>
                <a:lnTo>
                  <a:pt x="1793075" y="1784110"/>
                </a:lnTo>
                <a:lnTo>
                  <a:pt x="0" y="1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85" name="TextBox 85"/>
          <p:cNvSpPr txBox="1"/>
          <p:nvPr/>
        </p:nvSpPr>
        <p:spPr>
          <a:xfrm>
            <a:off x="2770942" y="738379"/>
            <a:ext cx="2540357" cy="563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Ouarzazate</a:t>
            </a:r>
            <a:endParaRPr lang="en-US" sz="32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2635629" y="1166265"/>
            <a:ext cx="2855761" cy="205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Votre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sécurité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notre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priorité</a:t>
            </a:r>
            <a:r>
              <a:rPr lang="en-US" sz="1200" dirty="0">
                <a:solidFill>
                  <a:srgbClr val="FFFFFF"/>
                </a:solidFill>
                <a:latin typeface="Playpen Sans"/>
                <a:ea typeface="Playpen Sans"/>
                <a:cs typeface="Playpen Sans"/>
                <a:sym typeface="Playpen Sans"/>
              </a:rPr>
              <a:t>!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279203" y="3171663"/>
            <a:ext cx="2956290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Assurance Tiers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61807" y="3556175"/>
            <a:ext cx="2437985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Assurance Tiers+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61807" y="3991966"/>
            <a:ext cx="2978859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Assurance </a:t>
            </a:r>
            <a:r>
              <a:rPr lang="en-US" sz="1599" b="1" dirty="0" err="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Tous</a:t>
            </a:r>
            <a:r>
              <a:rPr lang="en-US" sz="1599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</a:t>
            </a:r>
            <a:r>
              <a:rPr lang="en-US" sz="1599" b="1" dirty="0" err="1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Risques</a:t>
            </a:r>
            <a:endParaRPr lang="en-US" sz="1599" b="1" dirty="0">
              <a:solidFill>
                <a:srgbClr val="000000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445406" y="6828928"/>
            <a:ext cx="2268723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Nos </a:t>
            </a:r>
            <a:r>
              <a:rPr lang="en-US" sz="1599" b="1" dirty="0" err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avantages</a:t>
            </a:r>
            <a:endParaRPr lang="en-US" sz="1599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2821068" y="6852371"/>
            <a:ext cx="1133318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 err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Voitures</a:t>
            </a:r>
            <a:endParaRPr lang="en-US" sz="1599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4712366" y="6819717"/>
            <a:ext cx="1157490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 err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Motos</a:t>
            </a:r>
            <a:endParaRPr lang="en-US" sz="1599" b="1" dirty="0">
              <a:solidFill>
                <a:srgbClr val="FFFFFF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6470824" y="6837024"/>
            <a:ext cx="881513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Camions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85192" y="8471418"/>
            <a:ext cx="127315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Tarifs compétitifs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395196" y="8471418"/>
            <a:ext cx="1377968" cy="17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Couverture nationale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093883" y="8471418"/>
            <a:ext cx="1258454" cy="17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Souscription rapide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345925" y="8471418"/>
            <a:ext cx="1253764" cy="17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Assistance 24h/24 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415631" y="7804376"/>
            <a:ext cx="1164693" cy="65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7"/>
              </a:lnSpc>
            </a:pPr>
            <a:r>
              <a:rPr lang="en-US" sz="5683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24/7</a:t>
            </a:r>
          </a:p>
        </p:txBody>
      </p:sp>
      <p:sp>
        <p:nvSpPr>
          <p:cNvPr id="99" name="TextBox 99"/>
          <p:cNvSpPr txBox="1"/>
          <p:nvPr/>
        </p:nvSpPr>
        <p:spPr>
          <a:xfrm rot="-599087">
            <a:off x="4170334" y="7769936"/>
            <a:ext cx="1627298" cy="55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4871">
                <a:solidFill>
                  <a:srgbClr val="000000"/>
                </a:solidFill>
                <a:latin typeface="Moontime"/>
                <a:ea typeface="Moontime"/>
                <a:cs typeface="Moontime"/>
                <a:sym typeface="Moontime"/>
              </a:rPr>
              <a:t>Open</a:t>
            </a:r>
          </a:p>
        </p:txBody>
      </p:sp>
      <p:sp>
        <p:nvSpPr>
          <p:cNvPr id="100" name="TextBox 100"/>
          <p:cNvSpPr txBox="1"/>
          <p:nvPr/>
        </p:nvSpPr>
        <p:spPr>
          <a:xfrm rot="1913738">
            <a:off x="1073548" y="7869266"/>
            <a:ext cx="160734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€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53233" y="9119972"/>
            <a:ext cx="1345857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appelez-nous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321592" y="9119972"/>
            <a:ext cx="1330253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:0578963152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-161956" y="9655161"/>
            <a:ext cx="6040962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email: contact@assuranceauto-oz.com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9924" y="10191667"/>
            <a:ext cx="4404777" cy="26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adresse: avenue mohamed V,Oarzazate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6257381" y="9546504"/>
            <a:ext cx="812162" cy="372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751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Playpen Sans Bold</vt:lpstr>
      <vt:lpstr>Canva Sans</vt:lpstr>
      <vt:lpstr>Canva Sans Bold</vt:lpstr>
      <vt:lpstr>Calibri</vt:lpstr>
      <vt:lpstr>Arial</vt:lpstr>
      <vt:lpstr>Bebas Neue Bold</vt:lpstr>
      <vt:lpstr>Open Sans Bold</vt:lpstr>
      <vt:lpstr>Playpen Sans</vt:lpstr>
      <vt:lpstr>Moontime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Photo Missing Dog Ad Flyer</dc:title>
  <dc:creator>RADI MaRouane</dc:creator>
  <cp:lastModifiedBy>RADI MaRouane</cp:lastModifiedBy>
  <cp:revision>2</cp:revision>
  <dcterms:created xsi:type="dcterms:W3CDTF">2006-08-16T00:00:00Z</dcterms:created>
  <dcterms:modified xsi:type="dcterms:W3CDTF">2025-12-30T09:53:58Z</dcterms:modified>
  <dc:identifier>DAG8-FH81PU</dc:identifier>
</cp:coreProperties>
</file>